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14" d="100"/>
          <a:sy n="114" d="100"/>
        </p:scale>
        <p:origin x="9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2CCDE6"/>
                </a:solidFill>
                <a:latin typeface="Aptos"/>
              </a:defRPr>
            </a:pPr>
            <a:r>
              <a:t>TECHNICAL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6751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400" b="1">
                <a:solidFill>
                  <a:srgbClr val="F7FAFC"/>
                </a:solidFill>
                <a:latin typeface="Aptos"/>
              </a:defRPr>
            </a:pPr>
            <a:r>
              <a:t>MINI PC LAB</a:t>
            </a:r>
            <a:br/>
            <a:r>
              <a:t>CYBERSECURITY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B1C2D1"/>
                </a:solidFill>
                <a:latin typeface="Aptos"/>
              </a:defRPr>
            </a:pPr>
            <a:r>
              <a:t>Spesifikasi Teknis untuk Training</a:t>
            </a:r>
            <a:br/>
            <a:r>
              <a:t>Ethical Hacker &amp; Security Operations Center (SOC)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3794760" cy="42976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554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2CCDE6"/>
                </a:solidFill>
                <a:latin typeface="Aptos"/>
              </a:defRPr>
            </a:pPr>
            <a:r>
              <a:t>VIRTUAL 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2103120"/>
            <a:ext cx="3063240" cy="53035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5008" y="219456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B1C2D1"/>
                </a:solidFill>
                <a:latin typeface="Aptos"/>
              </a:defRPr>
            </a:pPr>
            <a: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185415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7FAFC"/>
                </a:solidFill>
                <a:latin typeface="Aptos"/>
              </a:defRPr>
            </a:pPr>
            <a:r>
              <a:t>Mini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2816352"/>
            <a:ext cx="3063240" cy="53035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290779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B1C2D1"/>
                </a:solidFill>
                <a:latin typeface="Aptos"/>
              </a:defRPr>
            </a:pPr>
            <a:r>
              <a:t>HYPERVISOR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89864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7FAFC"/>
                </a:solidFill>
                <a:latin typeface="Aptos"/>
              </a:defRPr>
            </a:pPr>
            <a:r>
              <a:t>VMware / Proxmox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3529584"/>
            <a:ext cx="3063240" cy="53035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36210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B1C2D1"/>
                </a:solidFill>
                <a:latin typeface="Aptos"/>
              </a:defRPr>
            </a:pPr>
            <a:r>
              <a:t>ATTACKER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611879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7FAFC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7" y="4242816"/>
            <a:ext cx="3063240" cy="53035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4334255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B1C2D1"/>
                </a:solidFill>
                <a:latin typeface="Aptos"/>
              </a:defRPr>
            </a:pPr>
            <a:r>
              <a:t>SOC / TARGET 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325112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7FAFC"/>
                </a:solidFill>
                <a:latin typeface="Aptos"/>
              </a:defRPr>
            </a:pPr>
            <a:r>
              <a:t>Windows / 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080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B1C2D1"/>
                </a:solidFill>
                <a:latin typeface="Aptos"/>
              </a:defRPr>
            </a:pPr>
            <a:r>
              <a:t>Proposal Pengadaan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Kebutuhan Mini PC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Satu perangkat peserta untuk menjalankan beberapa environment virtual secara terisolasi.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337560" cy="297180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4864" cy="2971800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ETHICAL HACKER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Attacker 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Kali Linux, web security tools, scanning, exploitation, dan testing pada target VM.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148840"/>
            <a:ext cx="3337560" cy="297180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25696" y="2148840"/>
            <a:ext cx="54864" cy="2971800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54296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SOC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Analyst 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3832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SIEM/log analysis, endpoint telemetry, packet analysis, dan incident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148840"/>
            <a:ext cx="3337560" cy="297180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65592" y="2148840"/>
            <a:ext cx="54864" cy="2971800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VIRTUALIZATION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Multi-VM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3832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VMware Workstation atau Proxmox untuk membuat lab yang mudah di-reset dan digunakan ulang.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235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Aptos"/>
              </a:defRPr>
            </a:pPr>
            <a:r>
              <a:t>Fokus pengadaan: performa Mini PC, kapasitas RAM, storage, dukungan virtualisasi, dan monitor.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02 / PROPOSED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Spesifikasi Mini PC yang Diusulkan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Konfigurasi baseline untuk kebutuhan training Ethical Hacker dan SOC.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2514600" cy="237744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4864" cy="2377440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Intel Core i7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Generasi ke-6 atau lebih tinggi.</a:t>
            </a:r>
            <a:br/>
            <a:r>
              <a:t>Mendukung Intel VT-x.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148840"/>
            <a:ext cx="2514600" cy="237744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01568" y="2148840"/>
            <a:ext cx="54864" cy="2377440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23774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7706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16 GB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38328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Minimum untuk host OS dan beberapa VM ringan.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148840"/>
            <a:ext cx="2514600" cy="237744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17336" y="2148840"/>
            <a:ext cx="54864" cy="2377440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3774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7706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512 GB SSD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338328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Untuk OS, tools, ISO, VM image, dan snapshot.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3104" y="2148840"/>
            <a:ext cx="2514600" cy="237744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33104" y="2148840"/>
            <a:ext cx="54864" cy="2377440"/>
          </a:xfrm>
          <a:prstGeom prst="roundRect">
            <a:avLst/>
          </a:prstGeom>
          <a:solidFill>
            <a:srgbClr val="F6B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1704" y="237744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F6BE44"/>
                </a:solidFill>
                <a:latin typeface="Aptos"/>
              </a:defRPr>
            </a:pPr>
            <a:r>
              <a:t>DISPLAY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277063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HDMI / 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3383280"/>
            <a:ext cx="2057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Mendukung monitor Full HD dan penggunaan desktop extended.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46320"/>
            <a:ext cx="10661904" cy="822960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093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2CCDE6"/>
                </a:solidFill>
                <a:latin typeface="Aptos"/>
              </a:defRPr>
            </a:pPr>
            <a:r>
              <a:t>Catatan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047488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F7FAFC"/>
                </a:solidFill>
                <a:latin typeface="Aptos"/>
              </a:defRPr>
            </a:pPr>
            <a:r>
              <a:t>RAM dan storage sebaiknya dapat di-upgrade agar perangkat tetap relevan saat modul training berkembang.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03 / RECOMMENDED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Konfigurasi yang Direkomendasikan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Jika anggaran memungkinkan, konfigurasi ini lebih ideal untuk penggunaan multi-VM.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10698480" cy="333756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Aptos"/>
              </a:defRPr>
            </a:pPr>
            <a:r>
              <a:t>6 Core / 12 Thread+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Lebih nyaman untuk beberapa VM aktif.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514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8803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Aptos"/>
              </a:defRPr>
            </a:pPr>
            <a:r>
              <a:t>32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56616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Prioritas utama untuk workload virtualisasi.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514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28803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Aptos"/>
              </a:defRPr>
            </a:pPr>
            <a:r>
              <a:t>1 TB SSD / NVMe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356616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Lebih leluasa untuk VM dan snapshot.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2514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F6BE44"/>
                </a:solidFill>
                <a:latin typeface="Aptos"/>
              </a:defRPr>
            </a:pPr>
            <a:r>
              <a:t>VIRTUALIZATION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8803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7FAFC"/>
                </a:solidFill>
                <a:latin typeface="Aptos"/>
              </a:defRPr>
            </a:pPr>
            <a:r>
              <a:t>VT-x / AMD-V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356616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Wajib tersedia dan dapat diaktifkan.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0916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645152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F7FAFC"/>
                </a:solidFill>
                <a:latin typeface="Aptos"/>
              </a:defRPr>
            </a:pPr>
            <a:r>
              <a:t>32 GB RAM + 1 TB SSD/NVMe memberikan peningkatan paling terasa untuk lab Ethical Hacker &amp; SOC.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04 /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Spesifikasi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Ukuran dan resolusi dipilih untuk kenyamanan terminal, dashboard SIEM, source code, dan packet capture.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4709160" cy="26974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" y="2395728"/>
            <a:ext cx="4197096" cy="217627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67919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2CCDE6"/>
                </a:solidFill>
                <a:latin typeface="Aptos"/>
              </a:defRPr>
            </a:pPr>
            <a:r>
              <a:t>SOC // 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182112"/>
            <a:ext cx="1554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F7FAFC"/>
                </a:solidFill>
                <a:latin typeface="Aptos"/>
              </a:defRPr>
            </a:pPr>
            <a:r>
              <a:t>alerts     27</a:t>
            </a:r>
            <a:br/>
            <a:r>
              <a:t>critical    3</a:t>
            </a:r>
            <a:br/>
            <a:r>
              <a:t>hosts     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999232"/>
            <a:ext cx="1417320" cy="164592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91840" y="3438144"/>
            <a:ext cx="1024128" cy="164592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3877056"/>
            <a:ext cx="713232" cy="164592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88920" y="4846320"/>
            <a:ext cx="566928" cy="274320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67712" y="5102352"/>
            <a:ext cx="1609344" cy="10972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97880" y="2148840"/>
            <a:ext cx="2560320" cy="141732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2148840"/>
            <a:ext cx="54864" cy="1417320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2566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rPr dirty="0"/>
              <a:t>24" 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048748"/>
            <a:ext cx="21031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rPr dirty="0" err="1"/>
              <a:t>Ukuran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 yang </a:t>
            </a:r>
            <a:r>
              <a:rPr dirty="0" err="1"/>
              <a:t>disarankan</a:t>
            </a:r>
            <a:r>
              <a:rPr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148840"/>
            <a:ext cx="2560320" cy="141732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2520" y="2148840"/>
            <a:ext cx="54864" cy="1417320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0" y="2377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2566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rPr dirty="0"/>
              <a:t>Full HD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093351"/>
            <a:ext cx="21031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rPr dirty="0"/>
              <a:t>1920 × 1080 minimum.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3840480"/>
            <a:ext cx="2560320" cy="141732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897880" y="3840480"/>
            <a:ext cx="54864" cy="1417320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406908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295007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rPr dirty="0"/>
              <a:t>HDMI / 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784990"/>
            <a:ext cx="21031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rPr dirty="0" err="1"/>
              <a:t>Menyesuaikan</a:t>
            </a:r>
            <a:r>
              <a:rPr dirty="0"/>
              <a:t> output Mini PC.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3840480"/>
            <a:ext cx="2560320" cy="141732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32520" y="3840480"/>
            <a:ext cx="54864" cy="1417320"/>
          </a:xfrm>
          <a:prstGeom prst="roundRect">
            <a:avLst/>
          </a:prstGeom>
          <a:solidFill>
            <a:srgbClr val="F6B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0" y="406908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F6BE44"/>
                </a:solidFill>
                <a:latin typeface="Aptos"/>
              </a:defRPr>
            </a:pPr>
            <a:r>
              <a:t>REFRESH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272705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rPr dirty="0"/>
              <a:t>≥ 75 Hz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762688"/>
            <a:ext cx="210312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rPr dirty="0" err="1"/>
              <a:t>Cukup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05 / VIRTUAL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Konsep Penggunaan Mini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Environment training dibuat sebagai virtual machine sehingga mudah disiapkan, di-clone, dan di-reset.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52760" cy="352044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2CCDE6"/>
                </a:solidFill>
                <a:latin typeface="Aptos"/>
              </a:defRPr>
            </a:pPr>
            <a:r>
              <a:t>MINI PC 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788920"/>
            <a:ext cx="1965960" cy="1965960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309067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B1C2D1"/>
                </a:solidFill>
                <a:latin typeface="Aptos"/>
              </a:defRPr>
            </a:pPr>
            <a:r>
              <a:t>HYPERVISOR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52044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800" b="1">
                <a:solidFill>
                  <a:srgbClr val="F7FAFC"/>
                </a:solidFill>
                <a:latin typeface="Aptos"/>
              </a:defRPr>
            </a:pPr>
            <a:r>
              <a:t>VMware</a:t>
            </a:r>
            <a:br/>
            <a:r>
              <a:t>atau</a:t>
            </a:r>
            <a:br/>
            <a:r>
              <a:t>Proxmox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788920"/>
            <a:ext cx="2057400" cy="1965960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30175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F6BE44"/>
                </a:solidFill>
                <a:latin typeface="Aptos"/>
              </a:defRPr>
            </a:pPr>
            <a:r>
              <a:t>VM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4564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13308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B1C2D1"/>
                </a:solidFill>
                <a:latin typeface="Aptos"/>
              </a:defRPr>
            </a:pPr>
            <a:r>
              <a:t>Attacker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788920"/>
            <a:ext cx="2057400" cy="1965960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53328" y="30175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2CCDE6"/>
                </a:solidFill>
                <a:latin typeface="Aptos"/>
              </a:defRPr>
            </a:pPr>
            <a:r>
              <a:t>VM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34564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Windows / 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13308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B1C2D1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788920"/>
            <a:ext cx="2057400" cy="1965960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30175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44DAA6"/>
                </a:solidFill>
                <a:latin typeface="Aptos"/>
              </a:defRPr>
            </a:pPr>
            <a:r>
              <a:t>VM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345643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SOC / SIEM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133087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B1C2D1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074920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B1C2D1"/>
                </a:solidFill>
                <a:latin typeface="Aptos"/>
              </a:defRPr>
            </a:pPr>
            <a:r>
              <a:t>Snapshot / clone memungkinkan environment dikembalikan ke kondisi awal setelah sesi praktik.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06 /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Contoh Alokasi Resource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Contoh sizing agar manajemen memahami alasan kebutuhan RAM dan storage.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2743200" cy="47548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03704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2CCDE6"/>
                </a:solidFill>
                <a:latin typeface="Aptos"/>
              </a:defRPr>
            </a:pPr>
            <a:r>
              <a:t>HOST / 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57400"/>
            <a:ext cx="1325880" cy="47548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2037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2CCDE6"/>
                </a:solidFill>
                <a:latin typeface="Aptos"/>
              </a:defRPr>
            </a:pPr>
            <a:r>
              <a:t>vCPU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1417320" cy="47548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2037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2CCDE6"/>
                </a:solidFill>
                <a:latin typeface="Aptos"/>
              </a:defRPr>
            </a:pPr>
            <a:r>
              <a:t>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57400"/>
            <a:ext cx="1828800" cy="47548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220370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2CCDE6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057400"/>
            <a:ext cx="3383280" cy="475488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203704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2CCDE6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74320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825496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Host 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670048"/>
            <a:ext cx="132588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02152" y="282549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670048"/>
            <a:ext cx="141732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2825496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4–6 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70048"/>
            <a:ext cx="182880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2825496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80–120 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670048"/>
            <a:ext cx="338328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74152" y="2825496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Windows/Linux host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328415"/>
            <a:ext cx="274320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483863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328415"/>
            <a:ext cx="132588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02152" y="3483863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328415"/>
            <a:ext cx="141732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28032" y="3483863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4 GB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328415"/>
            <a:ext cx="182880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5352" y="3483863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50–80 GB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3328415"/>
            <a:ext cx="338328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74152" y="3483863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Ethical Hacker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986783"/>
            <a:ext cx="274320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142231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Target VM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3986783"/>
            <a:ext cx="132588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02152" y="4142231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3986783"/>
            <a:ext cx="141732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28032" y="4142231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4 GB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3986783"/>
            <a:ext cx="182880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45352" y="4142231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50–100 GB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3986783"/>
            <a:ext cx="3383280" cy="53035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74152" y="4142231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Windows/Linux target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645152"/>
            <a:ext cx="274320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" y="4800600"/>
            <a:ext cx="2596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SOC VM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29000" y="4645152"/>
            <a:ext cx="132588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02152" y="4800600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2–4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0" y="4645152"/>
            <a:ext cx="141732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28032" y="4800600"/>
            <a:ext cx="12710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6–8 GB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4645152"/>
            <a:ext cx="182880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5352" y="4800600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100–200 GB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01000" y="4645152"/>
            <a:ext cx="3383280" cy="53035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74152" y="4800600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300" b="0">
                <a:solidFill>
                  <a:srgbClr val="F7FAFC"/>
                </a:solidFill>
                <a:latin typeface="Aptos"/>
              </a:defRPr>
            </a:pPr>
            <a:r>
              <a:t>SIEM / log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59612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F7FAFC"/>
                </a:solidFill>
                <a:latin typeface="Aptos"/>
              </a:defRPr>
            </a:pPr>
            <a:r>
              <a:t>16 GB = baseline. 32 GB = lebih fleksibel ketika 3 VM atau lebih perlu aktif bersamaan.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07 /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Software yang Dapat Digunakan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Pilihan software dapat disesuaikan dengan silabus dan lisensi organisasi.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337560" cy="29260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4864" cy="2926080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HYPERVISOR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VMware / Proxmox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8803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Platform virtualisasi untuk menjalankan environment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148840"/>
            <a:ext cx="3337560" cy="29260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25696" y="2148840"/>
            <a:ext cx="54864" cy="2926080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54296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ETHICAL HACKER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383280"/>
            <a:ext cx="28803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Burp Suite, Nmap, Wireshark, OWASP ZAP, dan tools sesuai modul.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148840"/>
            <a:ext cx="3337560" cy="29260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65592" y="2148840"/>
            <a:ext cx="54864" cy="2926080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SOC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Windows / Linux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383280"/>
            <a:ext cx="28803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SIEM, Sysmon, log analysis, packet analysis, Sigma/YARA, dan dataset training.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B1C2D1"/>
                </a:solidFill>
                <a:latin typeface="Aptos"/>
              </a:defRPr>
            </a:pPr>
            <a:r>
              <a:t>Seluruh aktivitas offensive dilakukan pada VM/target training yang memang disediakan dan diotorisasi.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08 / TECHNICAL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Spesifikasi Teknis Pengadaan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Format ringkas yang dapat digunakan sebagai acuan kebutuhan pengadaan Mini PC.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93392"/>
            <a:ext cx="20574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0" y="1993392"/>
            <a:ext cx="3886200" cy="39319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29400" y="1993392"/>
            <a:ext cx="475488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93976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Processor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093976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Intel Core i7 Gen 6 atau lebih tinggi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093976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VT-x / virtualization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478024"/>
            <a:ext cx="205740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0" y="2478024"/>
            <a:ext cx="38862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29400" y="2478024"/>
            <a:ext cx="475488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578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57860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Minimum 16 GB 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578608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Upgradeable hingga 32 GB preferred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62656"/>
            <a:ext cx="20574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200" y="2962656"/>
            <a:ext cx="3886200" cy="39319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29400" y="2962656"/>
            <a:ext cx="475488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06324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063240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Minimum SSD 512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06324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1 TB SSD/NVMe preferred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447288"/>
            <a:ext cx="205740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43200" y="3447288"/>
            <a:ext cx="38862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29400" y="3447288"/>
            <a:ext cx="475488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547872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3547872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Integrated graphics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354787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Mendukung Full HD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931920"/>
            <a:ext cx="20574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743200" y="3931920"/>
            <a:ext cx="3886200" cy="39319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29400" y="3931920"/>
            <a:ext cx="475488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032504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Display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7792" y="4032504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HDMI dan/atau DisplayPort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4032504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Sesuai monitor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416552"/>
            <a:ext cx="205740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743200" y="4416552"/>
            <a:ext cx="38862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629400" y="4416552"/>
            <a:ext cx="475488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517136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USB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2" y="4517136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Minimum 4 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4517136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USB 3.x preferred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901184"/>
            <a:ext cx="20574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743200" y="4901184"/>
            <a:ext cx="3886200" cy="393192"/>
          </a:xfrm>
          <a:prstGeom prst="round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629400" y="4901184"/>
            <a:ext cx="475488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500176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07792" y="500176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Gigabit Ethernet RJ45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3992" y="5001768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Untuk konektivitas lab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385816"/>
            <a:ext cx="205740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743200" y="5385816"/>
            <a:ext cx="3886200" cy="393192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629400" y="5385816"/>
            <a:ext cx="4754880" cy="393192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" y="548640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2" y="5486400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7FAFC"/>
                </a:solidFill>
                <a:latin typeface="Aptos"/>
              </a:defRPr>
            </a:pPr>
            <a:r>
              <a:t>24" IPS Full HD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548640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0">
                <a:solidFill>
                  <a:srgbClr val="B1C2D1"/>
                </a:solidFill>
                <a:latin typeface="Aptos"/>
              </a:defRPr>
            </a:pPr>
            <a:r>
              <a:t>HDMI/DP, ≥75 Hz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05332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B1C2D1"/>
                </a:solidFill>
                <a:latin typeface="Aptos"/>
              </a:defRPr>
            </a:pPr>
            <a:r>
              <a:t>Minimum = memenuhi kebutuhan dasar training. Preferred = memberi ruang pengembangan modul dan multi-VM.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09 /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7FAFC"/>
                </a:solidFill>
                <a:latin typeface="Aptos"/>
              </a:defRPr>
            </a:pPr>
            <a:r>
              <a:t>Rekomendasi Akhir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B1C2D1"/>
                </a:solidFill>
                <a:latin typeface="Aptos"/>
              </a:defRPr>
            </a:pPr>
            <a:r>
              <a:t>Konfigurasi difokuskan pada kemampuan virtualisasi dan masa pakai perangkat.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100" b="1">
                <a:solidFill>
                  <a:srgbClr val="B1C2D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337560" cy="22402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4864" cy="2240280"/>
          </a:xfrm>
          <a:prstGeom prst="round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2CCDE6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i7 / 16 GB / 512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Cukup untuk fundamental Ethical Hacking dan beberapa VM ringan.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148840"/>
            <a:ext cx="3337560" cy="22402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25696" y="2148840"/>
            <a:ext cx="54864" cy="2240280"/>
          </a:xfrm>
          <a:prstGeom prst="roundRect">
            <a:avLst/>
          </a:prstGeom>
          <a:solidFill>
            <a:srgbClr val="44D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54296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4DAA6"/>
                </a:solidFill>
                <a:latin typeface="Aptos"/>
              </a:defRPr>
            </a:pPr>
            <a:r>
              <a:t>PREFERRED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32 GB / 1 TB SSD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38328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Pilihan yang lebih ideal untuk Ethical Hacker + SOC dan multi-VM.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148840"/>
            <a:ext cx="3337560" cy="224028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65592" y="2148840"/>
            <a:ext cx="54864" cy="2240280"/>
          </a:xfrm>
          <a:prstGeom prst="roundRect">
            <a:avLst/>
          </a:prstGeom>
          <a:solidFill>
            <a:srgbClr val="4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3774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4D84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706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7FAFC"/>
                </a:solidFill>
                <a:latin typeface="Aptos"/>
              </a:defRPr>
            </a:pPr>
            <a:r>
              <a:t>24" IPS FHD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38328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B1C2D1"/>
                </a:solidFill>
                <a:latin typeface="Aptos"/>
              </a:defRPr>
            </a:pPr>
            <a:r>
              <a:t>Area kerja nyaman tanpa kebutuhan spesifikasi monitor gaming.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54880"/>
            <a:ext cx="10817352" cy="822960"/>
          </a:xfrm>
          <a:prstGeom prst="roundRect">
            <a:avLst/>
          </a:prstGeom>
          <a:solidFill>
            <a:srgbClr val="15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020056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6BE44"/>
                </a:solidFill>
                <a:latin typeface="Aptos"/>
              </a:defRPr>
            </a:pPr>
            <a:r>
              <a:t>PRIORITAS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9651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F7FAFC"/>
                </a:solidFill>
                <a:latin typeface="Aptos"/>
              </a:defRPr>
            </a:pPr>
            <a:r>
              <a:t>RAM 32 GB → Storage 1 TB → CPU 6C/12T+ → Monitor 24” IPS Full HD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" y="475488"/>
            <a:ext cx="566928" cy="73152"/>
          </a:xfrm>
          <a:prstGeom prst="rect">
            <a:avLst/>
          </a:prstGeom>
          <a:solidFill>
            <a:srgbClr val="2C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2CCDE6"/>
                </a:solidFill>
                <a:latin typeface="Aptos"/>
              </a:defRPr>
            </a:pPr>
            <a:r>
              <a:t>MANAGEMENT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6400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400" b="1">
                <a:solidFill>
                  <a:srgbClr val="F7FAFC"/>
                </a:solidFill>
                <a:latin typeface="Aptos"/>
              </a:defRPr>
            </a:pPr>
            <a:r>
              <a:t>MINI PC SEBAGAI</a:t>
            </a:r>
            <a:br/>
            <a:r>
              <a:t>PORTABLE CYBER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6126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B1C2D1"/>
                </a:solidFill>
                <a:latin typeface="Aptos"/>
              </a:defRPr>
            </a:pPr>
            <a:r>
              <a:t>Dengan virtualisasi, satu Mini PC dapat digunakan untuk membangun attacker, target, dan SOC environment tanpa memerlukan infrastruktur lab yang kompleks.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703320" cy="3886200"/>
          </a:xfrm>
          <a:prstGeom prst="roundRect">
            <a:avLst/>
          </a:prstGeom>
          <a:solidFill>
            <a:srgbClr val="0F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2127" y="18288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2CCD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288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Virtualized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1762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B1C2D1"/>
                </a:solidFill>
                <a:latin typeface="Aptos"/>
              </a:defRPr>
            </a:pPr>
            <a:r>
              <a:t>VMware / Proxmox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278892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44DA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Upgradeable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13639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B1C2D1"/>
                </a:solidFill>
                <a:latin typeface="Aptos"/>
              </a:defRPr>
            </a:pPr>
            <a:r>
              <a:t>RAM &amp;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749039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4D84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74903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7FAFC"/>
                </a:solidFill>
                <a:latin typeface="Aptos"/>
              </a:defRPr>
            </a:pPr>
            <a:r>
              <a:t>Reusable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096511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B1C2D1"/>
                </a:solidFill>
                <a:latin typeface="Aptos"/>
              </a:defRPr>
            </a:pPr>
            <a:r>
              <a:t>Snapshot / clone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B1C2D1"/>
                </a:solidFill>
                <a:latin typeface="Aptos"/>
              </a:defRPr>
            </a:pPr>
            <a:r>
              <a:t>Spesifikasi Teknis Mini PC Lab • Ethical Hacker &amp; SOC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885</Words>
  <Application>Microsoft Macintosh PowerPoint</Application>
  <PresentationFormat>Widescreen</PresentationFormat>
  <Paragraphs>199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Bramantyo Ardi</cp:lastModifiedBy>
  <cp:revision>2</cp:revision>
  <dcterms:created xsi:type="dcterms:W3CDTF">2013-01-27T09:14:16Z</dcterms:created>
  <dcterms:modified xsi:type="dcterms:W3CDTF">2026-07-28T09:44:27Z</dcterms:modified>
  <cp:category/>
</cp:coreProperties>
</file>